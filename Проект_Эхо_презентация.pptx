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уже опубликовано. Ссылку можно открыть прямо сейчас с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Демонстрация занимает пятнадцать секунд: вставить пример и показать разбор.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можно дать жюри открыть ссылку со своего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слайд можно оставить на экране, пока жюри сканирует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10896"/>
            <a:ext cx="2311292" cy="4526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2984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1554480"/>
            <a:ext cx="5120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ЭХО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502920" y="263347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о безопасности в сети для детей от 10 до 12 лет и их родителей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02920" y="3529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Валеева Лиана Николаевна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40416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по ссылке: levalnik0.github.io/proekt-eho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ПРОБЛЕМНОЕ ПОЛЕ, ОТ 10 ДО 12 ЛЕТ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происходит в этом возрасте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4630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телефон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29968"/>
            <a:ext cx="2048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Ребёнок выходит в сеть один. Смотреть, кто ему пишет, некому.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66160" y="14630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68249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Закрывается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2029968"/>
            <a:ext cx="2048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Начинается возраст, когда экранную жизнь прячут от родителей.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18872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4630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8249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схемы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2029968"/>
            <a:ext cx="2048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Выманивают пароли и игровую валюту, травят в чате класса.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310128"/>
            <a:ext cx="8138160" cy="1188720"/>
          </a:xfrm>
          <a:prstGeom prst="roundRect">
            <a:avLst>
              <a:gd name="adj" fmla="val 10769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5528" y="3310128"/>
            <a:ext cx="7552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про сеть дома не говорят, ребёнок разбирается с ней сам и спрашивает совета у ровесников.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кого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393192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426464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 от 10 до 12 лет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95528" y="1810512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четвёртого по шестой класс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3816" y="229793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224942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Roblox, Minecraft, мессенджеры, видео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297459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29260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Лесть и спешка работают безотказно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" y="365125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36027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спорным вопросом идут к друзьям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1188720"/>
            <a:ext cx="393192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01768" y="1426464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 и учителя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01768" y="1810512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те, кто рядом каждый день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0056" y="229793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9512" y="224942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Видят перемены и не знают, что делать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0056" y="297459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39512" y="29260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 ссорит, невмешательство пугает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0056" y="365125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39512" y="36027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Готовых слов для разговора нет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427939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говорит с каждой стороной отдельно, а потом сводит их вместе.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умеет приложение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188720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834640" y="132740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127248" y="1280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подросток»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27248" y="151790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в переписке и три теста про себя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06040" y="1883664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34640" y="202234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27248" y="19751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взрослый»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127248" y="22128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глазами ребёнка и проверка догадок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606040" y="2578608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34640" y="271729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2724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«Мы вместе»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27248" y="29077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на двоих и карта решений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606040" y="3273552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34640" y="341223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27248" y="33649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сообщения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127248" y="360273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настоящей переписки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606040" y="3968496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2834640" y="410718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127248" y="40599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«Клуб навигаторов»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127248" y="4297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очной встречи в школе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ИДЕЯ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Взрослого здесь не проверяют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3448" y="1188720"/>
            <a:ext cx="1727632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188720"/>
            <a:ext cx="61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«какой вы родитель» закрывают на втором вопросе. Поэтому его тут нет.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6136208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40664" y="1938528"/>
            <a:ext cx="56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Угадать, а не ответить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0664" y="2212848"/>
            <a:ext cx="56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Взрослый предполагает, что ответил бы его ребёнок. Оценивают догадку, и расхождение он замечает сам.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2920" y="2734056"/>
            <a:ext cx="6136208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0664" y="2862072"/>
            <a:ext cx="56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о том, что получается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0664" y="3136392"/>
            <a:ext cx="56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результат начинается с сильной стороны. Совет один и небольшой, на пробу.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3657600"/>
            <a:ext cx="6136208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0664" y="3785616"/>
            <a:ext cx="56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обещаний, которых нет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40664" y="4059936"/>
            <a:ext cx="56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Написано прямо: это частый ответ детей такого возраста, а не ответ вашего ребёнка.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Ситуацию проходят в переписке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188720"/>
            <a:ext cx="6035040" cy="1243584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2834640" y="13533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«Новый контакт» для ребёнка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2834640" y="1682496"/>
            <a:ext cx="5577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Незнакомец в игровом чате: сперва хвалит, потом торопит, потом просит пароль. Четыре концовки и разбор в конце.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606040" y="2542032"/>
            <a:ext cx="6035040" cy="1243584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834640" y="270662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«День из жизни» для взрослого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834640" y="3035808"/>
            <a:ext cx="5577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Взрослый играет за одиннадцатилетнего: чат класса, отобранный на уроке телефон, «как дела?» на бегу.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606040" y="3931920"/>
            <a:ext cx="6035040" cy="658368"/>
          </a:xfrm>
          <a:prstGeom prst="roundRect">
            <a:avLst>
              <a:gd name="adj" fmla="val 19444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98648" y="3931920"/>
            <a:ext cx="5449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Истории лежат в обычных файлах, психолог добавляет новые сам.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НА КАЖДЫЙ ДЕНЬ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сообщения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3448" y="1188720"/>
            <a:ext cx="1727632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188720"/>
            <a:ext cx="61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Вставляешь переписку, которая насторожила. Приложение находит приёмы и цитирует места, где они встретились.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883664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5800" y="2048256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05256" y="1883664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Просят молчать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85324" y="1883664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868204" y="2048256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87660" y="1883664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Просят пароль или код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85800" y="2560320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5256" y="2395728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Обещают что-то даром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685324" y="2395728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68204" y="2560320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87660" y="2395728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Торопят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2907792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85800" y="3072384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05256" y="2907792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Зовут в личку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685324" y="2907792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868204" y="3072384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87660" y="2907792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Называются админом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2920" y="3419856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85800" y="3584448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05256" y="3419856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Пугают блокировкой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685324" y="3419856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868204" y="3584448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87660" y="3419856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Спрашивают, где живёшь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041648"/>
            <a:ext cx="6136208" cy="548640"/>
          </a:xfrm>
          <a:prstGeom prst="roundRect">
            <a:avLst>
              <a:gd name="adj" fmla="val 23333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795528" y="4041648"/>
            <a:ext cx="55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остаётся в телефоне. Иначе свою переписку сюда никто не вставит.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МОТИВАЦИЯ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Медали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188720"/>
            <a:ext cx="6035040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834640" y="140436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127248" y="13533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про действие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3127248" y="168249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«Взял паузу», а не «терпеливый родитель». Действие можно повторить завтра.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606040" y="2359152"/>
            <a:ext cx="6035040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34640" y="257479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27248" y="25237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тоже награждается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3127248" y="285292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Плохая концовка квеста даёт медаль за опыт: схема теперь известна изнутри.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606040" y="3529584"/>
            <a:ext cx="6035040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34640" y="374523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27248" y="369417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медалей скрыта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127248" y="40233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списке видно пустые места. Это возвращает в приложение лучше уведомлений.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«МЫ ВМЕСТЕ»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«Карта решений»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выходные с двух сторон. Каждый выбирает за себя и не видит чужой ход: телефон передают из рук в руки. В двух местах игра просит его отложить и поговорить.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39696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2327148"/>
            <a:ext cx="137160" cy="137160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39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Пятница, 19:40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213969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навстречу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761488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04088" y="2948940"/>
            <a:ext cx="137160" cy="137160"/>
          </a:xfrm>
          <a:prstGeom prst="ellipse">
            <a:avLst/>
          </a:prstGeom>
          <a:solidFill>
            <a:srgbClr val="B9C2CC"/>
          </a:solidFill>
          <a:ln w="12700">
            <a:solidFill>
              <a:srgbClr val="B9C2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76148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Суббота, 12:10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276148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разошлись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383280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4088" y="3570732"/>
            <a:ext cx="137160" cy="137160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38328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Суббота, 22:30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338328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навстречу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005072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4088" y="4192524"/>
            <a:ext cx="137160" cy="137160"/>
          </a:xfrm>
          <a:prstGeom prst="ellipse">
            <a:avLst/>
          </a:prstGeom>
          <a:solidFill>
            <a:srgbClr val="B9C2CC"/>
          </a:solidFill>
          <a:ln w="12700">
            <a:solidFill>
              <a:srgbClr val="B9C2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00507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Воскресенье, 17:00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37560" y="400507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разошлись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06440" y="1188720"/>
            <a:ext cx="2834640" cy="338328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62456"/>
            <a:ext cx="2466594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СДЕЛАНО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установки и без интернета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3448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188720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22376" y="134569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1298448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14984" y="1554480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Ставится на телефон с иконкой на экране, открывается и просто по ссылке. Магазины приложений не нужны.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2048256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220522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2157984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в файлах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2414016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квестов, тестов и словаря правятся без программиста.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2907792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22376" y="306476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14984" y="3017520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интернета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14984" y="3273552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первого открытия сеть не нужна. Подойдёт классу со слабым вайфаем.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767328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22376" y="392430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14984" y="3877056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Офлайн-встреча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14984" y="4133088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лежит сценарий занятия на 90 минут с таймингом и правилами для ведущего.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 И ЧТО ДАЛЬШЕ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Приложение уже можно открыть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31673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РАБОТАЕТ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72593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разделов, два квеста, шесть тестов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21208" y="223799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9456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на двоих и карта решений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21208" y="275005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0662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сообщения: одиннадцать приёмов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21208" y="326212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1868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Двадцать медалей для обеих ролей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00600" y="13167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18888" y="172593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16824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Связать родителя и ребёнка по коду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818888" y="223799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21945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двух телефонов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18888" y="2750058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7066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Согласия и хранение данных детей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818888" y="3262122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218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психолога для новых историй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3785616"/>
            <a:ext cx="8138160" cy="804672"/>
          </a:xfrm>
          <a:prstGeom prst="roundRect">
            <a:avLst>
              <a:gd name="adj" fmla="val 15909"/>
            </a:avLst>
          </a:prstGeom>
          <a:solidFill>
            <a:srgbClr val="22303F"/>
          </a:solidFill>
          <a:ln w="12700">
            <a:solidFill>
              <a:srgbClr val="22303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785616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levalnik0.github.io/proekt-eho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37760" y="3785616"/>
            <a:ext cx="3703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для сканирования на следующем слайде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С ТЕЛЕФОНА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621792"/>
            <a:ext cx="3657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levalnik0.github.io/proekt-eho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«Эхо»</dc:title>
  <dc:subject>PptxGenJS Presentation</dc:subject>
  <dc:creator>Валеева Лиана Николаевна</dc:creator>
  <cp:lastModifiedBy>Валеева Лиана Николаевна</cp:lastModifiedBy>
  <cp:revision>1</cp:revision>
  <dcterms:created xsi:type="dcterms:W3CDTF">2026-08-09T19:52:48Z</dcterms:created>
  <dcterms:modified xsi:type="dcterms:W3CDTF">2026-08-09T19:52:48Z</dcterms:modified>
</cp:coreProperties>
</file>