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уже опубликовано. Ссылку можно открыть прямо сейчас с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Демонстрация занимает пятнадцать секунд: вставить пример и показать разбор.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можно дать жюри открыть ссылку со своего телефона.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Этот слайд можно оставить на экране, пока жюри сканирует код.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310896"/>
            <a:ext cx="2311292" cy="4526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2984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1554480"/>
            <a:ext cx="51206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ЭХО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502920" y="2633472"/>
            <a:ext cx="4846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7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о безопасности в сети для детей от 10 до 12 лет и их родителей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02920" y="352958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Валеева Лиана Николаевна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02920" y="40416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по ссылке: levalnik0.github.io/proekt-eho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ПРОБЛЕМНОЕ ПОЛЕ, ОТ 10 ДО 12 ЛЕТ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происходит в этом возрасте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6304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8249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телефон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029968"/>
            <a:ext cx="2048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Ребёнок выходит в сеть один. Смотреть, кто ему пишет, некому.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91840" y="118872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146304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66160" y="168249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Закрывается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66160" y="2029968"/>
            <a:ext cx="2048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Начинается возраст, когда экранную жизнь прячут от родителей.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080760" y="1188720"/>
            <a:ext cx="25603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55080" y="146304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82496"/>
            <a:ext cx="2048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Новые схемы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2029968"/>
            <a:ext cx="2048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Выманивают пароли и игровую валюту, травят в чате класса.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310128"/>
            <a:ext cx="8138160" cy="1188720"/>
          </a:xfrm>
          <a:prstGeom prst="roundRect">
            <a:avLst>
              <a:gd name="adj" fmla="val 10769"/>
            </a:avLst>
          </a:prstGeom>
          <a:solidFill>
            <a:srgbClr val="E4EFEF"/>
          </a:solidFill>
          <a:ln w="12700">
            <a:solidFill>
              <a:srgbClr val="E4EF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310128"/>
            <a:ext cx="7552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60"/>
              </a:lnSpc>
              <a:buNone/>
            </a:pPr>
            <a:r>
              <a:rPr lang="en-US" sz="16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про сеть дома не говорят, ребёнок разбирается с ней сам и спрашивает совета у ровесников.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Для кого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393192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1426464"/>
            <a:ext cx="3346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Дети от 10 до 12 лет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95528" y="1810512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четвёртого по шестой класс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3816" y="229793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224942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Roblox, Minecraft, мессенджеры, видео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" y="297459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33272" y="29260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Лесть и спешка работают безотказно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" y="365125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36027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 спорным вопросом идут к друзьям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1188720"/>
            <a:ext cx="3931920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01768" y="1426464"/>
            <a:ext cx="3346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3F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Родители и учителя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001768" y="1810512"/>
            <a:ext cx="3346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те, кто рядом каждый день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0056" y="229793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39512" y="224942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Видят перемены и не знают, что делать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0056" y="297459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39512" y="292608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Запрет ссорит, невмешательство пугает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0056" y="365125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39512" y="360273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Готовых слов для разговора нет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427939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говорит с каждой стороной отдельно, а потом сводит их вместе.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умеет приложение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1727632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1188720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834640" y="132740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127248" y="12801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подросток»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127248" y="1517904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 в переписке и три теста про себя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606040" y="1883664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34640" y="202234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27248" y="19751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«Я взрослый»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127248" y="2212848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глазами ребёнка и проверка догадок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606040" y="2578608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4640" y="2717292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2724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«Мы вместе»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27248" y="2907792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 на двоих и карта решений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2606040" y="3273552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341223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127248" y="336499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сообщения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127248" y="360273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разбор настоящей переписки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2606040" y="3968496"/>
            <a:ext cx="6035040" cy="603504"/>
          </a:xfrm>
          <a:prstGeom prst="roundRect">
            <a:avLst>
              <a:gd name="adj" fmla="val 21212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34640" y="410718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127248" y="405993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«Клуб навигаторов»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3127248" y="429768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очной встречи в школе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ИДЕЯ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Взрослого здесь не проверяют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3448" y="1188720"/>
            <a:ext cx="1727632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188720"/>
            <a:ext cx="61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 «какой вы родитель» закрывают на втором вопросе. Поэтому его тут нет.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1810512"/>
            <a:ext cx="6136208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0664" y="1938528"/>
            <a:ext cx="56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Угадать, а не ответить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0664" y="2212848"/>
            <a:ext cx="56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Взрослый предполагает, что ответил бы его ребёнок. Оценивают догадку, и расхождение он замечает сам.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02920" y="2734056"/>
            <a:ext cx="6136208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0664" y="2862072"/>
            <a:ext cx="56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Сначала о том, что получается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0664" y="3136392"/>
            <a:ext cx="56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результат начинается с сильной стороны. Совет один и небольшой, на пробу.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3657600"/>
            <a:ext cx="6136208" cy="832104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0664" y="3785616"/>
            <a:ext cx="56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обещаний, которых нет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40664" y="4059936"/>
            <a:ext cx="56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Написано прямо: это частый ответ детей такого возраста, а не ответ вашего ребёнка.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Ситуацию проходят в переписке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1727632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1188720"/>
            <a:ext cx="6035040" cy="1243584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34640" y="135331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«Новый контакт» для ребёнка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2834640" y="1682496"/>
            <a:ext cx="5577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Незнакомец в игровом чате: сперва хвалит, потом торопит, потом просит пароль. Четыре концовки и разбор в конце.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606040" y="2542032"/>
            <a:ext cx="6035040" cy="1243584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834640" y="270662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«День из жизни» для взрослого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2834640" y="3035808"/>
            <a:ext cx="5577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Взрослый играет за одиннадцатилетнего: чат класса, отобранный на уроке телефон, «как дела?» на бегу.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606040" y="3931920"/>
            <a:ext cx="6035040" cy="658368"/>
          </a:xfrm>
          <a:prstGeom prst="roundRect">
            <a:avLst>
              <a:gd name="adj" fmla="val 19444"/>
            </a:avLst>
          </a:prstGeom>
          <a:solidFill>
            <a:srgbClr val="E4EFEF"/>
          </a:solidFill>
          <a:ln w="12700">
            <a:solidFill>
              <a:srgbClr val="E4EF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98648" y="3931920"/>
            <a:ext cx="54498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Истории лежат в обычных файлах, психолог добавляет новые сам.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 НА КАЖДЫЙ ДЕНЬ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сообщения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3448" y="1188720"/>
            <a:ext cx="1727632" cy="33832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1188720"/>
            <a:ext cx="61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Вставляешь переписку, которая насторожила. Приложение находит приёмы и цитирует места, где они встретились.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883664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048256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05256" y="1883664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Просят молчать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85324" y="1883664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868204" y="2048256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87660" y="1883664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Просят пароль или код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5800" y="2560320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05256" y="2395728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Обещают что-то даром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685324" y="2395728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68204" y="2560320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87660" y="2395728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Торопят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2907792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85800" y="3072384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05256" y="2907792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Зовут в личку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685324" y="2907792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868204" y="3072384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87660" y="2907792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Называются админом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02920" y="3419856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5800" y="3584448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05256" y="3419856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Пугают блокировкой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3685324" y="3419856"/>
            <a:ext cx="2953804" cy="438912"/>
          </a:xfrm>
          <a:prstGeom prst="roundRect">
            <a:avLst>
              <a:gd name="adj" fmla="val 29167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868204" y="3584448"/>
            <a:ext cx="109728" cy="109728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87660" y="3419856"/>
            <a:ext cx="24051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Спрашивают, где живёшь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041648"/>
            <a:ext cx="6136208" cy="548640"/>
          </a:xfrm>
          <a:prstGeom prst="roundRect">
            <a:avLst>
              <a:gd name="adj" fmla="val 23333"/>
            </a:avLst>
          </a:prstGeom>
          <a:solidFill>
            <a:srgbClr val="E4EFEF"/>
          </a:solidFill>
          <a:ln w="12700">
            <a:solidFill>
              <a:srgbClr val="E4EFE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5528" y="4041648"/>
            <a:ext cx="55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8"/>
              </a:lnSpc>
              <a:buNone/>
            </a:pPr>
            <a:r>
              <a:rPr lang="en-US" sz="125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 остаётся в телефоне. Иначе свою переписку сюда никто не вставит.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МОТИВАЦИЯ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Медали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1727632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606040" y="1188720"/>
            <a:ext cx="6035040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834640" y="1404366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127248" y="135331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Название про действие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3127248" y="1682496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«Взял паузу», а не «терпеливый родитель». Действие можно повторить завтра.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606040" y="2359152"/>
            <a:ext cx="6035040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34640" y="257479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127248" y="252374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Ошибка тоже награждается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3127248" y="2852928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Плохая концовка квеста даёт медаль за опыт: схема теперь известна изнутри.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606040" y="3529584"/>
            <a:ext cx="6035040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834640" y="374523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127248" y="369417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Часть медалей скрыта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3127248" y="40233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списке видно пустые места. Это возвращает в приложение лучше уведомлений.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РЕЖИМ «МЫ ВМЕСТЕ»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«Карта решений»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18872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Одни выходные с двух сторон. Каждый выбирает за себя и не видит чужой ход: телефон передают из рук в руки. В двух местах игра просит его отложить и поговорить.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2139696"/>
            <a:ext cx="48463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" y="2327148"/>
            <a:ext cx="137160" cy="137160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139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Пятница, 19:40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37560" y="213969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навстречу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761488"/>
            <a:ext cx="48463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" y="2948940"/>
            <a:ext cx="137160" cy="137160"/>
          </a:xfrm>
          <a:prstGeom prst="ellipse">
            <a:avLst/>
          </a:prstGeom>
          <a:solidFill>
            <a:srgbClr val="B9C2CC"/>
          </a:solidFill>
          <a:ln w="12700">
            <a:solidFill>
              <a:srgbClr val="B9C2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76148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Суббота, 12:10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2761488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разошлись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3383280"/>
            <a:ext cx="48463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04088" y="3570732"/>
            <a:ext cx="137160" cy="137160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38328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Суббота, 22:30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338328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навстречу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4005072"/>
            <a:ext cx="4846320" cy="51206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04088" y="4192524"/>
            <a:ext cx="137160" cy="137160"/>
          </a:xfrm>
          <a:prstGeom prst="ellipse">
            <a:avLst/>
          </a:prstGeom>
          <a:solidFill>
            <a:srgbClr val="B9C2CC"/>
          </a:solidFill>
          <a:ln w="12700">
            <a:solidFill>
              <a:srgbClr val="B9C2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00507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Воскресенье, 17:00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37560" y="4005072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разошлись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806440" y="1188720"/>
            <a:ext cx="2834640" cy="338328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362456"/>
            <a:ext cx="2466594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2C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СДЕЛАНО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32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Без установки и без интернета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3448" y="1188720"/>
            <a:ext cx="1727632" cy="3383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188720"/>
            <a:ext cx="6136208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2376" y="1345692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14984" y="1298448"/>
            <a:ext cx="5404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14984" y="1554480"/>
            <a:ext cx="5404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Ставится на телефон с иконкой на экране, открывается и просто по ссылке. Магазины приложений не нужны.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02920" y="2048256"/>
            <a:ext cx="6136208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22376" y="220522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14984" y="2157984"/>
            <a:ext cx="5404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Сценарии в файлах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14984" y="2414016"/>
            <a:ext cx="5404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Тексты квестов, тестов и словаря правятся без программиста.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2907792"/>
            <a:ext cx="6136208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2376" y="306476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14984" y="3017520"/>
            <a:ext cx="5404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интернета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14984" y="3273552"/>
            <a:ext cx="5404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первого открытия сеть не нужна. Подойдёт классу со слабым вайфаем.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767328"/>
            <a:ext cx="6136208" cy="786384"/>
          </a:xfrm>
          <a:prstGeom prst="roundRect">
            <a:avLst>
              <a:gd name="adj" fmla="val 16279"/>
            </a:avLst>
          </a:prstGeom>
          <a:solidFill>
            <a:srgbClr val="FFFFFF"/>
          </a:solidFill>
          <a:ln w="12700">
            <a:solidFill>
              <a:srgbClr val="E4E9E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22376" y="392430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14984" y="3877056"/>
            <a:ext cx="5404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F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Офлайн-встреча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14984" y="4133088"/>
            <a:ext cx="5404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86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Внутри лежит сценарий занятия на 90 минут с таймингом и правилами для ведущего.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8138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СДЕЛАНО И ЧТО ДАЛЬШЕ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57200"/>
            <a:ext cx="8138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Приложение уже можно открыть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31673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УЖЕ РАБОТАЕТ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1208" y="1725930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82496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Шесть разделов, два квеста, шесть тестов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21208" y="2237994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194560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Квест на двоих и карта решений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21208" y="2750058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706624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Проверка сообщения: одиннадцать приёмов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21208" y="3262122"/>
            <a:ext cx="118872" cy="118872"/>
          </a:xfrm>
          <a:prstGeom prst="ellipse">
            <a:avLst/>
          </a:prstGeom>
          <a:solidFill>
            <a:srgbClr val="45A9A8"/>
          </a:solidFill>
          <a:ln w="12700">
            <a:solidFill>
              <a:srgbClr val="45A9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218688"/>
            <a:ext cx="3794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Двадцать медалей для обеих ролей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800600" y="13167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18888" y="1725930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4920" y="168249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Связать родителя и ребёнка по коду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818888" y="2237994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21945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двух телефонов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818888" y="2750058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27066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Согласия и хранение данных детей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818888" y="3262122"/>
            <a:ext cx="118872" cy="1188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3218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CE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Панель психолога для новых историй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02920" y="3785616"/>
            <a:ext cx="8138160" cy="804672"/>
          </a:xfrm>
          <a:prstGeom prst="roundRect">
            <a:avLst>
              <a:gd name="adj" fmla="val 15909"/>
            </a:avLst>
          </a:prstGeom>
          <a:solidFill>
            <a:srgbClr val="22303F"/>
          </a:solidFill>
          <a:ln w="12700">
            <a:solidFill>
              <a:srgbClr val="22303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785616"/>
            <a:ext cx="47548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levalnik0.github.io/proekt-eho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937760" y="3785616"/>
            <a:ext cx="3703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A9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для сканирования на следующем слайде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1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37744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45A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ОТКРОЙТЕ С ТЕЛЕФОНА</a:t>
            </a:r>
            <a:endParaRPr lang="en-US" sz="13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621792"/>
            <a:ext cx="3657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4407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levalnik0.github.io/proekt-eho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 «Эхо»</dc:title>
  <dc:subject>PptxGenJS Presentation</dc:subject>
  <dc:creator>Валеева Лиана Николаевна</dc:creator>
  <cp:lastModifiedBy>Валеева Лиана Николаевна</cp:lastModifiedBy>
  <cp:revision>1</cp:revision>
  <dcterms:created xsi:type="dcterms:W3CDTF">2026-08-09T19:55:10Z</dcterms:created>
  <dcterms:modified xsi:type="dcterms:W3CDTF">2026-08-09T19:55:10Z</dcterms:modified>
</cp:coreProperties>
</file>