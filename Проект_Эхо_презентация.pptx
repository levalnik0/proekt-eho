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уже опубликовано — ссылку можно открыть прямо сейчас с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Демонстрация занимает пятнадцать секунд: вставить пример и показать разбор.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дать жюри открыть ссылку со своего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10896"/>
            <a:ext cx="2313432" cy="4526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1704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146304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ЭХО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502920" y="25603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о безопасности в сети для детей 10–12 лет и их родителей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02920" y="34198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Валеева Лиана Николаевна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396849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по ссылке: levalnik0.github.io/proekt-eho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ПРОБЛЕМНОЕ ПОЛЕ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происходит в 10–12 лет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739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7510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телефон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2048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Ребёнок выходит в сеть один. Смотреть, кто ему пишет, некому.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481328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7739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7510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Закрывается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2304288"/>
            <a:ext cx="2048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Начинается возраст, когда экранную жизнь прячут от родителей.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481328"/>
            <a:ext cx="256032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55080" y="17739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97510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схемы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2304288"/>
            <a:ext cx="20482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Выманивают пароли и игровую валюту, травят в чате класса.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346704"/>
            <a:ext cx="8138160" cy="1060704"/>
          </a:xfrm>
          <a:prstGeom prst="roundRect">
            <a:avLst>
              <a:gd name="adj" fmla="val 12069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" y="3602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про сеть дома не говорят, ребёнок разбирается с ней сам и спрашивает совета у ровесников.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кого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95528" y="1609344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 10–12 лет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95528" y="1956816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классы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3816" y="242316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234086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Roblox, Minecraft, мессенджеры, короткие видео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297180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288950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Спешка, лесть и подначки работают безотказно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" y="35204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34381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спорным вопросом идут к друзьям, не к родителям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1371600"/>
            <a:ext cx="3931920" cy="27432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01768" y="1609344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 и учителя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01768" y="1956816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кто рядом каждый день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0056" y="242316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9512" y="234086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Видят, что ребёнок изменился, но не знают, с чего начать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0056" y="297180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39512" y="288950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 ссорит, невмешательство пугает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0056" y="35204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9512" y="34381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Готовых слов для такого разговора нет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431596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говорит с обеими сторонами по отдельности — и потом сводит их вместе.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умеет приложение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801368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298448"/>
            <a:ext cx="6035040" cy="585216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834640" y="153619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127248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подросток»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27248" y="160934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в переписке и три теста про себя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06040" y="1993392"/>
            <a:ext cx="6035040" cy="585216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34640" y="22311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27248" y="2066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взрослый»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27248" y="230428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глазами ребёнка и проверка догадок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06040" y="2688336"/>
            <a:ext cx="6035040" cy="585216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34640" y="292608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27248" y="27614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«Мы вместе»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27248" y="299923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на двоих и карта решений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606040" y="3383280"/>
            <a:ext cx="6035040" cy="585216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34640" y="362102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7248" y="3456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сообщения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27248" y="36941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настоящей переписки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606040" y="4078224"/>
            <a:ext cx="6035040" cy="585216"/>
          </a:xfrm>
          <a:prstGeom prst="roundRect">
            <a:avLst>
              <a:gd name="adj" fmla="val 218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2834640" y="431596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127248" y="4151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«Клуб навигаторов»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127248" y="43891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очной встречи в школе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ИДЕЯ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Взрослого здесь не проверяют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234440"/>
            <a:ext cx="1819656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280160"/>
            <a:ext cx="5532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«какой вы родитель» закрывают на втором вопросе. Поэтому его тут нет.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5532120" cy="859536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0664" y="20299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Угадать, а не ответить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0664" y="2286000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Взрослый предполагает, что ответил бы его ребёнок. Оценивают догадку, и расхождение он замечает сам.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" y="2889504"/>
            <a:ext cx="5532120" cy="859536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40664" y="29992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о том, что получается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0664" y="3255264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результат начинается с сильной стороны. Совет — один и небольшой, на пробу.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3858768"/>
            <a:ext cx="5532120" cy="859536"/>
          </a:xfrm>
          <a:prstGeom prst="roundRect">
            <a:avLst>
              <a:gd name="adj" fmla="val 148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40664" y="39684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обещаний, которых нет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40664" y="4224528"/>
            <a:ext cx="5074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Написано прямо: это частый ответ детей такого возраста, а не ответ вашего ребёнка.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Ситуацию проходят в переписке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801368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298448"/>
            <a:ext cx="603504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834640" y="144475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«Новый контакт» — для ребёнка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834640" y="175564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Незнакомец в игровом чате: сперва хвалит, потом торопит, потом просит пароль. Четыре концовки и разбор в конце.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606040" y="2670048"/>
            <a:ext cx="603504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834640" y="281635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«День из жизни» — для взрослого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834640" y="312724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Взрослый играет за одиннадцатилетнего: чат класса, отобранный на уроке телефон, «как дела?» на бегу.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06040" y="4041648"/>
            <a:ext cx="6035040" cy="758952"/>
          </a:xfrm>
          <a:prstGeom prst="roundRect">
            <a:avLst>
              <a:gd name="adj" fmla="val 16867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834640" y="4224528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Истории лежат в обычных файлах — психолог добавляет новые сам.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НА КАЖДЫЙ ДЕНЬ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сообщения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34440"/>
            <a:ext cx="1819656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261872"/>
            <a:ext cx="5623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Вставляешь переписку, которая насторожила. Приложение находит приёмы и цитирует места, где они встретились.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011680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67512" y="2153412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2057400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Просят молчать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83280" y="2011680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47872" y="2153412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49040" y="2057400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Просят пароль или код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496312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67512" y="2638044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254203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Обещают что-то даром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383280" y="2496312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547872" y="2638044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49040" y="2542032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Торопят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2980944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67512" y="3122676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30266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Зовут в личку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383280" y="2980944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547872" y="3122676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749040" y="30266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Называются админом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2920" y="3465576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67512" y="3607308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8680" y="3511296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Пугают блокировкой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83280" y="3465576"/>
            <a:ext cx="2697480" cy="402336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547872" y="3607308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749040" y="3511296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Спрашивают, где живёшь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041648"/>
            <a:ext cx="5623560" cy="731520"/>
          </a:xfrm>
          <a:prstGeom prst="roundRect">
            <a:avLst>
              <a:gd name="adj" fmla="val 17500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758952" y="422452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остаётся в телефоне. Иначе свою переписку сюда никто не вставит.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МОТИВАЦИЯ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Медали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801368" cy="3520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298448"/>
            <a:ext cx="603504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834640" y="155448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127248" y="14447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про действие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127248" y="175564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«Взял паузу», а не «терпеливый родитель». Действие можно повторить завтра.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606040" y="2487168"/>
            <a:ext cx="603504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834640" y="274320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27248" y="26334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тоже награждается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127248" y="294436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Плохая концовка квеста даёт медаль за опыт: схема теперь известна изнутри.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606040" y="3675888"/>
            <a:ext cx="6035040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34640" y="393192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27248" y="382219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медалей скрыта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127248" y="413308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списке видно пустые места. Это возвращает в приложение лучше уведомлений.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«МЫ ВМЕСТЕ»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«Карта решений»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выходные с двух сторон. Каждый выбирает за себя и не видит чужой ход: телефон передают из рук в руки. В двух местах игра просит его отложить и поговорить.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484632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2551176"/>
            <a:ext cx="137160" cy="137160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780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Пятница, 19:40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навстречу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944368"/>
            <a:ext cx="484632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04088" y="3118104"/>
            <a:ext cx="137160" cy="137160"/>
          </a:xfrm>
          <a:prstGeom prst="ellipse">
            <a:avLst/>
          </a:prstGeom>
          <a:solidFill>
            <a:srgbClr val="B9C2CC"/>
          </a:solidFill>
          <a:ln w="12700">
            <a:solidFill>
              <a:srgbClr val="B9C2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044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Суббота, 12:10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3044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разошлись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11296"/>
            <a:ext cx="484632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4088" y="3685032"/>
            <a:ext cx="137160" cy="137160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Суббота, 22:30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навстречу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484632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04088" y="4251960"/>
            <a:ext cx="137160" cy="137160"/>
          </a:xfrm>
          <a:prstGeom prst="ellipse">
            <a:avLst/>
          </a:prstGeom>
          <a:solidFill>
            <a:srgbClr val="B9C2CC"/>
          </a:solidFill>
          <a:ln w="12700">
            <a:solidFill>
              <a:srgbClr val="B9C2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178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Воскресенье, 17:00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37560" y="4178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разошлись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06440" y="1280160"/>
            <a:ext cx="2834640" cy="3401568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81328"/>
            <a:ext cx="246888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СДЕЛАНО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Работает без установки и без интернета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34440"/>
            <a:ext cx="1819656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80160"/>
            <a:ext cx="566928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22376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13807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14984" y="163677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Ставится на телефон с иконкой на экране, открывается и просто по ссылке. Магазины приложений не нужны.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2176272"/>
            <a:ext cx="566928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22376" y="235915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22768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в файлах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253288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квестов, тестов и словаря правятся без программиста.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072384"/>
            <a:ext cx="566928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22376" y="325526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14984" y="31729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интернета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14984" y="3429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первого открытия сеть не нужна — подойдёт классу со слабым вайфаем.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68496"/>
            <a:ext cx="5669280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22376" y="415137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4984" y="40690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Офлайн-встреча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14984" y="43251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лежит сценарий занятия на 90 минут с таймингом и правилами для ведущего.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 И ЧТО ДАЛЬШЕ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Приложение уже можно открыть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3898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РАБОТАЕТ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89280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105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разделов, два квеста, шесть тестов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21208" y="240487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225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на двоих и карта решений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21208" y="29169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сообщения: одиннадцать приёмов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21208" y="342900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467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Двадцать медалей для обеих ролей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00600" y="13898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18888" y="1892808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18105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Связать родителя и ребёнка по коду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818888" y="2404872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23225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двух телефонов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18888" y="2916936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834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Согласия и хранение данных детей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818888" y="342900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3467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психолога для новых историй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041648"/>
            <a:ext cx="8138160" cy="713232"/>
          </a:xfrm>
          <a:prstGeom prst="roundRect">
            <a:avLst>
              <a:gd name="adj" fmla="val 17949"/>
            </a:avLst>
          </a:prstGeom>
          <a:solidFill>
            <a:srgbClr val="22303F"/>
          </a:solidFill>
          <a:ln w="12700">
            <a:solidFill>
              <a:srgbClr val="22303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F68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160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levalnik0.github.io/proekt-eho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37760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на телефоне, установка не нужна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«Эхо»</dc:title>
  <dc:subject>PptxGenJS Presentation</dc:subject>
  <dc:creator>Валеева Лиана Николаевна</dc:creator>
  <cp:lastModifiedBy>Валеева Лиана Николаевна</cp:lastModifiedBy>
  <cp:revision>1</cp:revision>
  <dcterms:created xsi:type="dcterms:W3CDTF">2026-08-09T15:58:36Z</dcterms:created>
  <dcterms:modified xsi:type="dcterms:W3CDTF">2026-08-09T15:58:36Z</dcterms:modified>
</cp:coreProperties>
</file>